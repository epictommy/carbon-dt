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111556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868680"/>
            <a:ext cx="2834640" cy="1546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0972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273D"/>
                </a:solidFill>
                <a:latin typeface="Aptos"/>
              </a:rPr>
              <a:t>Carbon 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5943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A building-energy screening MVP that converts raw utility bills into expected usage, diagnostics, operational recommendations, and carbon/compliance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2194560" cy="457200"/>
          </a:xfrm>
          <a:prstGeom prst="roundRect">
            <a:avLst/>
          </a:prstGeom>
          <a:solidFill>
            <a:srgbClr val="E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459736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Uploaded bills + Open-Meteo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3291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200400"/>
            <a:ext cx="2962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Problem Being 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6616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Utility-bill data is hard to compare month to month without normalization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Owners need a fast first-pass answer before a full engineering audit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Results must be explainable enough for operators, not a black-box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63240"/>
            <a:ext cx="3291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3200400"/>
            <a:ext cx="2962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7490"/>
                </a:solidFill>
                <a:latin typeface="Aptos"/>
              </a:rPr>
              <a:t>Core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566160"/>
            <a:ext cx="2962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Monthly electricity and gas records normalized to kWh and therms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Expected-vs-actual energy baseline adjusted for weather and season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Diagnostics, deterministic recommendations, emissions, and LL97 screening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063240"/>
            <a:ext cx="2926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3200400"/>
            <a:ext cx="2596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73D"/>
                </a:solidFill>
                <a:latin typeface="Aptos"/>
              </a:rPr>
              <a:t>Current Delivery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3566160"/>
            <a:ext cx="259689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Public Streamlit web app with CSV upload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Historical weather fetched from Open-Meteo by ZIP or address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No embedded customer files, secrets, or LLM dependency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How The Solution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2DFF1"/>
                </a:solidFill>
                <a:latin typeface="Aptos"/>
              </a:rPr>
              <a:t>Concrete data flow from uploaded bills to expected usage and recommended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40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1. Utility Bill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745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CSV input requires: billing_start, billing_end, utility_type, usage, usage_unit, cost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Electricity is normalized to kWh and gas to therms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Billing periods spanning multiple months are prorated into monthly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463040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7490"/>
                </a:solidFill>
                <a:latin typeface="Aptos"/>
              </a:rPr>
              <a:t>2. Weather And Monthly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28800"/>
            <a:ext cx="4745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Open-Meteo returns historical daily mean temperature for the billing window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The app aggregates to monthly avg_temp and calculates HDD/CDD at a 65F base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It also creates month index, season flags, and energy-per-sqft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94760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73D"/>
                </a:solidFill>
                <a:latin typeface="Aptos"/>
              </a:rPr>
              <a:t>3. Expected Energy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60520"/>
            <a:ext cx="4745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Electricity and gas are modeled separately because their drivers differ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If history is sufficient, a simple sklearn linear regression is fit for explainability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If history is sparse, the app falls back to a weather-normalized heuristic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576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794760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4. Diagnostics To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160520"/>
            <a:ext cx="4745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Rules detect patterns such as high electricity, winter gas spike, baseload, and negative trend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Recommendations come from a fixed library mapped to each diagnostic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Ranking uses a transparent weighted formula based on severity, confidence, category, and difficulty</a:t>
            </a:r>
          </a:p>
        </p:txBody>
      </p:sp>
      <p:sp>
        <p:nvSpPr>
          <p:cNvPr id="17" name="Chevron 16"/>
          <p:cNvSpPr/>
          <p:nvPr/>
        </p:nvSpPr>
        <p:spPr>
          <a:xfrm>
            <a:off x="5440680" y="2121408"/>
            <a:ext cx="548640" cy="411480"/>
          </a:xfrm>
          <a:prstGeom prst="chevron">
            <a:avLst/>
          </a:prstGeom>
          <a:solidFill>
            <a:srgbClr val="E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5440680" y="4480560"/>
            <a:ext cx="548640" cy="411480"/>
          </a:xfrm>
          <a:prstGeom prst="chevron">
            <a:avLst/>
          </a:prstGeom>
          <a:solidFill>
            <a:srgbClr val="E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571500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87959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E6D80"/>
                </a:solidFill>
                <a:latin typeface="Aptos"/>
              </a:rPr>
              <a:t>Example baseline logic: predicted electricity intensity uses month index, CDD, HDD, summer/winter flags; gas uses HDD, CDD, heating season, and winter flags. Output is predicted intensity x floor 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Current MVP Status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2DFF1"/>
                </a:solidFill>
                <a:latin typeface="Aptos"/>
              </a:rPr>
              <a:t>Where the product is credible today and what should improve before larger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What Is Already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31912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Upload-driven screening workflow with validation messages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Weather-aware expected usage for electricity and gas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Deterministic diagnostics and recommendation ranking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Annual emissions calculation and NYC LL97 penalty estimate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Downloadable PDF report for audit-style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54480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7490"/>
                </a:solidFill>
                <a:latin typeface="Aptos"/>
              </a:rPr>
              <a:t>Important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20240"/>
            <a:ext cx="31912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This is a single-building MVP, not a portfolio platform yet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Weather quality depends on correct ZIP/address geocoding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Savings and carbon ranges are heuristic placeholders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Expected usage is for screening and triage, not investment-grade M&amp;V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1732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554480"/>
            <a:ext cx="31912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273D"/>
                </a:solidFill>
                <a:latin typeface="Aptos"/>
              </a:rPr>
              <a:t>Recommended Next Moves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920240"/>
            <a:ext cx="319125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Deploy and validate with real customer bills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Measure cold-start and weather-fetch latency with production telemetry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Calibrate diagnostics and recommendation heuristics with audit outcomes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Then add API separation, stronger UI, and portfolio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897880"/>
            <a:ext cx="10881360" cy="502920"/>
          </a:xfrm>
          <a:prstGeom prst="roundRect">
            <a:avLst/>
          </a:prstGeom>
          <a:solidFill>
            <a:srgbClr val="13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6053328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Positioning: strong for fast building-level audit screening and operator guidance; not yet a substitute for full engineering analysis or enterprise workflow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